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faSlabOne-regular.fntdata"/><Relationship Id="rId25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7e3de7771f8717e9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7e3de7771f8717e9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7e3de7771f8717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7e3de7771f8717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lot of them were in 4326 projection and not 2264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7e3de7771f8717e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7e3de7771f8717e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7e3de7771f871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7e3de7771f871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7e3de7771f8717e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7e3de7771f8717e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7e3de7771f8717e9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7e3de7771f8717e9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7e3de7771f8717e9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7e3de7771f8717e9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7e3de7771f8717e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7e3de7771f8717e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e3de7771f8717e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e3de7771f8717e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e3de7771f8717e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7e3de7771f8717e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7e3de7771f8717e9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7e3de7771f8717e9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used an inner spatial join because I only wanted streets that matched the floodplain, and I used intersects because even partial overlap means a street may be flood exposed.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7e3de7771f8717e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7e3de7771f8717e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spatial join to keep only matching fire stations, and within because I wanted stations whose point location fell inside the buffer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7e3de7771f8717e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7e3de7771f8717e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7e3de7771f8717e9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7e3de7771f8717e9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7e3de7771f8717e9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7e3de7771f8717e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cg.is/0r9rnS2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charlottenc.gov/Services/Stormwater/Data-Apps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charlottenc.gov/Services/Stormwater/Data-Apps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s.charlottenc.gov/arcgis/rest/services/STM/StormDrainage/MapServer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cg.is/1TT1a3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s.charlottenc.gov/arcgis/rest/services/CountyData/Streets/MapServer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ncei.noaa.gov/access/storm-events-database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760"/>
              <a:t>Geopandas Geoprocessing Techniques</a:t>
            </a:r>
            <a:endParaRPr sz="476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7"/>
            <a:ext cx="8520600" cy="13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Antoaneta Chakarova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Geog592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10/12/2026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90250" y="526350"/>
            <a:ext cx="8095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This project asks where flooding and storm hazards may affect transportation and emergency access in Charlotte-Mecklenburg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Sources!</a:t>
            </a:r>
            <a:endParaRPr/>
          </a:p>
        </p:txBody>
      </p:sp>
      <p:sp>
        <p:nvSpPr>
          <p:cNvPr id="68" name="Google Shape;68;p15"/>
          <p:cNvSpPr txBox="1"/>
          <p:nvPr>
            <p:ph idx="4294967295" type="body"/>
          </p:nvPr>
        </p:nvSpPr>
        <p:spPr>
          <a:xfrm>
            <a:off x="2164500" y="1413000"/>
            <a:ext cx="4981500" cy="31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for Mecklenburg Boundary in all slides: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Name: Sphere of Influence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City of Charlotte / Mecklenburg County GIS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https://arcg.is/0r9rnS2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446000" y="445025"/>
            <a:ext cx="43863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Floodplain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446000" y="1152475"/>
            <a:ext cx="438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ommunity floodplain polygons used to identify flood exposed streets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Charlotte-Mecklenburg Storm Water Services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https://www.charlottenc.gov/Services/Stormwater/Data-Apps</a:t>
            </a:r>
            <a:r>
              <a:rPr lang="en"/>
              <a:t>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" y="0"/>
            <a:ext cx="42751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446000" y="445025"/>
            <a:ext cx="43863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FEMA Floodplain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446000" y="1152475"/>
            <a:ext cx="438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Charlotte-Mecklenburg Storm Water Services / FEMA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https://www.charlottenc.gov/Services/Stormwater/Data-Apps</a:t>
            </a:r>
            <a:r>
              <a:rPr lang="en"/>
              <a:t> 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2751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4446000" y="445025"/>
            <a:ext cx="43863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Drainage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446000" y="1152475"/>
            <a:ext cx="438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</a:t>
            </a:r>
            <a:r>
              <a:rPr lang="en"/>
              <a:t>reams, creeks, and drainage channels used to create the 500-foot drainage buffer.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City of Charlotte GIS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https://gis.charlottenc.gov/arcgis/rest/services/STM/StormDrainage/MapServer</a:t>
            </a:r>
            <a:r>
              <a:rPr lang="en"/>
              <a:t> 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650"/>
            <a:ext cx="4339066" cy="5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4446000" y="445025"/>
            <a:ext cx="43863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 Stations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4446000" y="1152475"/>
            <a:ext cx="438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Charlotte Fire Department station locations used in the drainage and emergency-access analyses.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City of Charlotte GIS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https://arcg.is/1TT1a3</a:t>
            </a:r>
            <a:r>
              <a:rPr lang="en"/>
              <a:t> 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" y="0"/>
            <a:ext cx="42751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4446000" y="445025"/>
            <a:ext cx="43863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Streets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446000" y="1152475"/>
            <a:ext cx="438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Charlotte-Mecklenburg streets used to identify roads exposed to flooding.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City of Charlotte / Mecklenburg County GIS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https://gis.charlottenc.gov/arcgis/rest/services/CountyData/Streets/MapServer</a:t>
            </a:r>
            <a:r>
              <a:rPr lang="en"/>
              <a:t> 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2751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5742000" y="445025"/>
            <a:ext cx="30903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Storm Events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5742000" y="1152475"/>
            <a:ext cx="309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on-spatial table of NOAA storm events used for the attribute join.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Source: NOAA National Centers for Environmental Information, Storm Events Database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https://www.ncei.noaa.gov/access/storm-events-database/</a:t>
            </a:r>
            <a:r>
              <a:rPr lang="en"/>
              <a:t> 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000" y="1628836"/>
            <a:ext cx="4572001" cy="351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 rotWithShape="1">
          <a:blip r:embed="rId5">
            <a:alphaModFix/>
          </a:blip>
          <a:srcRect b="6919" l="0" r="0" t="15345"/>
          <a:stretch/>
        </p:blipFill>
        <p:spPr>
          <a:xfrm>
            <a:off x="0" y="0"/>
            <a:ext cx="5278302" cy="16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00" y="-17150"/>
            <a:ext cx="4226526" cy="517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4">
            <a:alphaModFix/>
          </a:blip>
          <a:srcRect b="6332" l="10011" r="1478" t="0"/>
          <a:stretch/>
        </p:blipFill>
        <p:spPr>
          <a:xfrm>
            <a:off x="4496525" y="-62955"/>
            <a:ext cx="4226526" cy="526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Asked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Which street segments intersect the community floodplain?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2. Which fire stations are close to drainage features?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3. Which flood-exposed streets are near Fire Station 1?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4. What storm-event history from the NOAA table can be joined to the FEMA floodplain layer?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608025" y="445025"/>
            <a:ext cx="42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#1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572000" y="1152475"/>
            <a:ext cx="4260300" cy="21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Which street segments intersect the community floodplain?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it does: Keep streets that overlap the floodplain, showing transportation segments that may be exposed to flooding.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29879" t="0"/>
          <a:stretch/>
        </p:blipFill>
        <p:spPr>
          <a:xfrm>
            <a:off x="4366775" y="3341575"/>
            <a:ext cx="5062301" cy="17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6937"/>
            <a:ext cx="4224275" cy="52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608025" y="445025"/>
            <a:ext cx="42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#2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572000" y="1152475"/>
            <a:ext cx="4260300" cy="21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Which fire stations are within 500 feet of a drainage feature?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it does: A 500-foot buffer around drainage shows the nearby area, and the red stations are the stations located inside that area. After, do sjoin (inner, within) between the stations and buffers. 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341101" cy="50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41575"/>
            <a:ext cx="4260300" cy="1826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608025" y="445025"/>
            <a:ext cx="422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#3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4572000" y="1152475"/>
            <a:ext cx="4260300" cy="21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Which flood-exposed streets are within 3 miles of Fire Station 1?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it does: distance is measured from Fire Station 1 to the flood-exposed streets to identify nearby road segments that may matter for emergency access.</a:t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713" y="3476325"/>
            <a:ext cx="4527875" cy="5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4389600" y="3996625"/>
            <a:ext cx="46251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flood_exposed_streets["distance_to_fire_ft"].sort_values().head(10)</a:t>
            </a:r>
            <a:endParaRPr sz="8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flood_streets_near_fire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flood_exposed_streets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flood_exposed_streets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"distance_to_fire_ft"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15840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copy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31650"/>
            <a:ext cx="41485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5166215" y="445025"/>
            <a:ext cx="36660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#4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5134950" y="1290801"/>
            <a:ext cx="3697500" cy="26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Question: What recent NOAA storm history is associated with the Mecklenburg County FEMA floodplain area?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it does: Mecklenburg storm table is joined to the FEMA floodplain polygons, making a new spatial layer with floodplain geometry + storm attributes.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0" y="3840125"/>
            <a:ext cx="9144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#keep the Mecklenburg County records from the downloaded NOAA table</a:t>
            </a:r>
            <a:endParaRPr sz="8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mecklenburg_storms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storm_data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[(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storm_data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"STATE"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"NORTH CAROLINA"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storm_data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"CZ_NAME_STR"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"MECKLENBURG CO."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)].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copy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fema_storms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fema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copy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fema_storms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"COUNTY"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"MECKLENBURG"</a:t>
            </a:r>
            <a:endParaRPr sz="8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#attribute join where FEMA has the geometry and storm_summary has the table values</a:t>
            </a:r>
            <a:endParaRPr sz="8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fema_storms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fema_storms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8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merge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storm_summary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"COUNTY"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how</a:t>
            </a:r>
            <a:r>
              <a:rPr lang="en" sz="8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8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"left"</a:t>
            </a:r>
            <a:r>
              <a:rPr lang="en" sz="8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995375" cy="384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514800" y="2062500"/>
            <a:ext cx="81144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